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6" r:id="rId1"/>
    <p:sldMasterId id="2147483927" r:id="rId2"/>
    <p:sldMasterId id="2147483928" r:id="rId3"/>
    <p:sldMasterId id="2147483929" r:id="rId4"/>
    <p:sldMasterId id="2147483930" r:id="rId5"/>
    <p:sldMasterId id="2147483931" r:id="rId6"/>
    <p:sldMasterId id="2147483932" r:id="rId7"/>
    <p:sldMasterId id="2147483933" r:id="rId8"/>
    <p:sldMasterId id="2147483934" r:id="rId9"/>
    <p:sldMasterId id="2147483935" r:id="rId10"/>
  </p:sldMasterIdLst>
  <p:notesMasterIdLst>
    <p:notesMasterId r:id="rId18"/>
  </p:notesMasterIdLst>
  <p:handoutMasterIdLst>
    <p:handoutMasterId r:id="rId19"/>
  </p:handoutMasterIdLst>
  <p:sldIdLst>
    <p:sldId id="257" r:id="rId11"/>
    <p:sldId id="297" r:id="rId12"/>
    <p:sldId id="262" r:id="rId13"/>
    <p:sldId id="298" r:id="rId14"/>
    <p:sldId id="300" r:id="rId15"/>
    <p:sldId id="299" r:id="rId16"/>
    <p:sldId id="296" r:id="rId17"/>
  </p:sldIdLst>
  <p:sldSz cx="9144000" cy="5715000" type="screen16x10"/>
  <p:notesSz cx="6858000" cy="9144000"/>
  <p:custDataLst>
    <p:tags r:id="rId20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7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99">
          <p15:clr>
            <a:srgbClr val="A4A3A4"/>
          </p15:clr>
        </p15:guide>
        <p15:guide id="4" orient="horz" pos="485">
          <p15:clr>
            <a:srgbClr val="A4A3A4"/>
          </p15:clr>
        </p15:guide>
        <p15:guide id="5" orient="horz" pos="1029">
          <p15:clr>
            <a:srgbClr val="A4A3A4"/>
          </p15:clr>
        </p15:guide>
        <p15:guide id="6" orient="horz" pos="3320">
          <p15:clr>
            <a:srgbClr val="A4A3A4"/>
          </p15:clr>
        </p15:guide>
        <p15:guide id="7" pos="299">
          <p15:clr>
            <a:srgbClr val="A4A3A4"/>
          </p15:clr>
        </p15:guide>
        <p15:guide id="8" pos="5465">
          <p15:clr>
            <a:srgbClr val="A4A3A4"/>
          </p15:clr>
        </p15:guide>
        <p15:guide id="9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1"/>
    <p:restoredTop sz="94601"/>
  </p:normalViewPr>
  <p:slideViewPr>
    <p:cSldViewPr snapToGrid="0">
      <p:cViewPr varScale="1">
        <p:scale>
          <a:sx n="112" d="100"/>
          <a:sy n="112" d="100"/>
        </p:scale>
        <p:origin x="462" y="108"/>
      </p:cViewPr>
      <p:guideLst>
        <p:guide orient="horz" pos="1777"/>
        <p:guide pos="2880"/>
        <p:guide orient="horz" pos="99"/>
        <p:guide orient="horz" pos="485"/>
        <p:guide orient="horz" pos="1029"/>
        <p:guide orient="horz" pos="3320"/>
        <p:guide pos="299"/>
        <p:guide pos="5465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Header Placeholder 1">
            <a:extLst>
              <a:ext uri="{FF2B5EF4-FFF2-40B4-BE49-F238E27FC236}">
                <a16:creationId xmlns:a16="http://schemas.microsoft.com/office/drawing/2014/main" id="{97B89145-569A-4C0D-A24E-866BB87CFE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Date Placeholder 2">
            <a:extLst>
              <a:ext uri="{FF2B5EF4-FFF2-40B4-BE49-F238E27FC236}">
                <a16:creationId xmlns:a16="http://schemas.microsoft.com/office/drawing/2014/main" id="{43E03053-D961-47B2-A4F9-84F814C383B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BD864E1-EFC8-42FD-B9EA-A049591D4C52}" type="datetimeFigureOut">
              <a:rPr lang="en-US" altLang="en-US"/>
              <a:pPr>
                <a:defRPr/>
              </a:pPr>
              <a:t>5/31/2018</a:t>
            </a:fld>
            <a:endParaRPr lang="en-US" altLang="en-US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FF67D287-D715-462E-875A-B1E11FEA757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Slide Number Placeholder 4">
            <a:extLst>
              <a:ext uri="{FF2B5EF4-FFF2-40B4-BE49-F238E27FC236}">
                <a16:creationId xmlns:a16="http://schemas.microsoft.com/office/drawing/2014/main" id="{E862F480-EF4D-4A1D-9D08-F383448EE26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D3F68FC-C3BD-4776-AAE0-5F26A4443A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Header Placeholder 1">
            <a:extLst>
              <a:ext uri="{FF2B5EF4-FFF2-40B4-BE49-F238E27FC236}">
                <a16:creationId xmlns:a16="http://schemas.microsoft.com/office/drawing/2014/main" id="{2D88AF03-C4CD-4914-B7D0-B398E2846F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Date Placeholder 2">
            <a:extLst>
              <a:ext uri="{FF2B5EF4-FFF2-40B4-BE49-F238E27FC236}">
                <a16:creationId xmlns:a16="http://schemas.microsoft.com/office/drawing/2014/main" id="{0017E468-BB33-429A-ACE9-4EA24390F87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D84C1B9-9D78-4094-88CA-9C288CB4989B}" type="datetimeFigureOut">
              <a:rPr lang="en-US" altLang="en-US"/>
              <a:pPr>
                <a:defRPr/>
              </a:pPr>
              <a:t>5/31/2018</a:t>
            </a:fld>
            <a:endParaRPr lang="en-US" altLang="en-US"/>
          </a:p>
        </p:txBody>
      </p:sp>
      <p:sp>
        <p:nvSpPr>
          <p:cNvPr id="11268" name="Slide Image Placeholder 3">
            <a:extLst>
              <a:ext uri="{FF2B5EF4-FFF2-40B4-BE49-F238E27FC236}">
                <a16:creationId xmlns:a16="http://schemas.microsoft.com/office/drawing/2014/main" id="{E983FDFC-D977-4CE3-8A63-314BFBE6A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Notes Placeholder 4">
            <a:extLst>
              <a:ext uri="{FF2B5EF4-FFF2-40B4-BE49-F238E27FC236}">
                <a16:creationId xmlns:a16="http://schemas.microsoft.com/office/drawing/2014/main" id="{74340DF6-1593-440F-9484-35F59287DD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Footer Placeholder 5">
            <a:extLst>
              <a:ext uri="{FF2B5EF4-FFF2-40B4-BE49-F238E27FC236}">
                <a16:creationId xmlns:a16="http://schemas.microsoft.com/office/drawing/2014/main" id="{5C4FB733-8AB3-49AF-B10E-1E3EA864BB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Slide Number Placeholder 6">
            <a:extLst>
              <a:ext uri="{FF2B5EF4-FFF2-40B4-BE49-F238E27FC236}">
                <a16:creationId xmlns:a16="http://schemas.microsoft.com/office/drawing/2014/main" id="{423715EB-DF49-46CA-A98B-FD27A61710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90BC48-ABFC-49BF-A24F-C197488A53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5A14-6824-4ED0-9F4E-0180D4E79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805AB-1DBF-4DA9-8FC9-5EAEF183D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958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26C0-08BC-48CA-AEAD-74E46728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B801F-53BD-485A-883B-B0F67DEC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58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126C-A833-489A-99DE-56C3424E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47729-A200-4B54-8069-36033852C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812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764B-726A-4BB0-ABC2-DF29ACD3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6C8E8-EADA-4EA2-80D3-92C071341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48A3B-91C1-4987-A6A8-A9E5C8D43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43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9A25-BF01-4FD7-B09C-DCD88AE61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1E313-E346-4514-98D0-2C9C827A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D3374-2D41-4F0D-9D7F-8C15D755B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4323D-2850-4FDC-A2B6-E8C462054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298FF-9684-4105-9971-3E55799C3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39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1A78-F43E-46D3-90B5-7D4F29E7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84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9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3D1F-B707-44A2-8E4E-5949642F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5846-7D8D-4DFC-9296-BC83B03E5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6F480-7A81-4E4D-B606-1D2CBCDD8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675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C87F-F8C3-4CD3-AD14-E30EF74C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ECE257-D8B5-420C-A6AA-4056C93AB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69299-E399-4796-88B2-3D3EE654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051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774D-8DEE-46DF-8992-687719B5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F4EA9-BA0A-4E4B-B1AF-250B1B605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71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185C0-11C7-4A3C-89DC-9FD1D49F74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57163"/>
            <a:ext cx="2057400" cy="4991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CA3AA-A24F-4C6A-AAAD-3738BBD01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57163"/>
            <a:ext cx="6019800" cy="4991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716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7D25-2F13-499C-90B1-92B82AE81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60AB2-E704-4BD5-829C-D5DBE9DD5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300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0E82-FCEF-462A-BFD8-2AF557D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BADB8-3DDB-44BF-A111-11B2B1B2C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897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4B79-860D-43BF-99D5-BDCBB204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13CBA-02A7-46B4-93BF-74F93B6C2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903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7751-116A-401A-AAD9-4956E9D3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8F5AE-ACB2-4AC8-BA4C-C64F23AF3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67436-4F7A-4615-9C1C-92B2021EA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365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48E1-E110-4586-84B8-F9EDC421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CF40C-62A7-4244-BDBE-1A985232C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BF496-47B0-432D-A37D-CB90E025C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5F1AC-A1DE-4233-81C5-28F44060D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FC9AD-563D-4FC2-AB41-930320211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0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9701-590F-49D3-85D4-2211940E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8533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9943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2A75-51FC-4094-8BF6-502A5D00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156E-7E9D-416C-A14B-82C8269CA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633AC-8CD1-4202-82E9-DE77C1E48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1219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33AC-B162-431E-ADAA-26C60E89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E29AD6-677A-469F-BFF6-342051179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4B4D7-49F9-44B0-B951-2844948B8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09615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BDD1-B157-4BAB-9281-FA925D7B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03229-C022-44CC-9579-5727D228D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1918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1DA44-C6AB-4E06-BADD-D75715DC1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57163"/>
            <a:ext cx="2057400" cy="4991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E3CFF-96B6-46F8-B125-CEDC168D7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57163"/>
            <a:ext cx="6019800" cy="4991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0810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9330-B040-4ED3-A992-66409D46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514F8-5452-4BB0-B879-1D2C7EB55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4535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82B3E-351A-4CFC-B99A-87FD765A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BE25F-58F3-4D4F-BB4F-27ADBD170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8692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10333-E77E-4FD5-A1DD-D7861CD3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5EEF1-1428-4B80-B19F-D028F4CE7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9174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7AA1-1095-48A8-BA85-6A54DD3C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1E403-9426-4F53-A1F6-B6D04A309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BF8EB-DAC7-43E0-92D9-28802D7B5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4160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AAC1-9F5C-4835-AFDB-8D3D6A14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35C2C-8516-4C45-9C6D-F7D69A532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BD354-23DF-43A6-BDBE-9F6F020A5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F7E85-1DA2-4A67-B658-C9499356D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C3578B-E00F-42AA-8B31-0687097F9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5769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75AF-BDD7-4BEA-B254-1FAFE37B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1174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0978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5A668-7A35-4F2D-AD64-18B8E5ED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C6F3-B889-4AED-A365-04D749F8E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AA11C-D027-4936-BDD8-5B0E121DF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9149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0C0D-9977-40BD-8629-4A8D4B100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CAE66-4B6A-41E2-B15D-F5FC5C8DB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81930-04F4-4110-BAED-9D3957B75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6658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1C5F-5E3B-4B8A-9E08-D9151BD4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FCAB8-B04A-4FA9-A6B1-6C7A17751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1801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82428-48CD-4CE0-8371-4800F19A7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96754-389E-4977-9DA0-BE6AA9DF0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9608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E7E5-3135-4C2A-85A6-608B55F0B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99623-15DA-42B9-91DB-4BBF0B5B3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910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34CF-B5BA-4FA7-BB23-15384F844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AC2CC-CC03-476A-BA1B-1F9A311A2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982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617A-576D-4A23-B119-8779761A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5886E-52AC-4E84-A9CC-9F6F75D6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05371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C4BA-40B8-43EC-A382-338C92BE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39930-E7FD-4840-9A07-5AE2E5B16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CA326-FBE5-4B06-8148-8E3448FF9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3171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AAFF-2E05-42EB-9E8F-FF42AE5C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EA368-A48B-4A2F-9F03-0EB7B3A6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B29B5-90DA-4470-8F41-73A68D0B5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F2EF7-C0BA-47D6-9AA0-5BE63DB76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0B1CA-4DCA-4378-8914-DD1E01C53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6103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6237-326D-441A-A12A-375EE23C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4586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9480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D24E-591D-4F49-AC30-CC70DCCA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B5BD0-547B-4432-BC74-8CAE364B0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F39E1-2132-4DB0-98C7-BA89D75EF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73053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8FC8-8292-43C9-A39B-3142B4DBE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9E48D-F89E-4770-A475-39F03E317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FDB41-A259-4393-BA38-4FFF52F40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6765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B645-CEA0-454F-9731-1075E120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30CF1-9E9F-49BC-8B83-F5978E748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686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167F3-4BC4-4CA4-8862-A0F375435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6A194-BEDB-4179-990A-2ED565380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7235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B32D-A92A-4530-88AF-F627EA4FF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B5ACC-03F0-4C36-B15D-A68CC3913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495671"/>
      </p:ext>
    </p:extLst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10B99-65F9-40C8-A83B-4F3809A9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AF32E-F98B-47C8-93A8-7D142AE38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186391"/>
      </p:ext>
    </p:extLst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C5FE-AB23-4C73-8F7F-ABB11B473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CD4F9-CA9C-406F-8B8A-A6A8A98F4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9657014"/>
      </p:ext>
    </p:extLst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CCCF-A149-4B50-9C64-42EB74AE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43E02-6CF2-49A7-8D0B-213BF0ADC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1D1FF-7062-4E3C-9043-89DF51FE3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858577"/>
      </p:ext>
    </p:extLst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6460-64F9-4CAA-83EB-46EF6769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03595-5333-443D-8154-56D5FC1CB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F169B-730E-40F3-A5F3-BF10DD87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74EDC-A43A-4737-B175-027C664C6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3720B-4866-427C-9575-9CDB45197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831045"/>
      </p:ext>
    </p:extLst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04D6-1A47-43E9-9A0B-24011217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742323"/>
      </p:ext>
    </p:extLst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381980"/>
      </p:ext>
    </p:extLst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6750-63A7-4178-9C71-FD085AB4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A0D9-A046-4D83-BF38-F26CCAB6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A4478-B3C6-40C8-BF46-B224CC615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0072644"/>
      </p:ext>
    </p:extLst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FA27-EEC1-43DB-AE85-C420E7306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6B585E-07CD-452F-8678-76A28BD93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5855B-F7FE-4DE4-B1CB-1352DE894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6244068"/>
      </p:ext>
    </p:extLst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B119-1C8D-4903-9F90-C1B4362B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5B168-FA7A-45A5-954A-F30C931FF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184251"/>
      </p:ext>
    </p:extLst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E89BD-2ADE-4650-98A5-B2DA16A16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D4EF3-0557-4E8A-8FCD-779703A98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846981"/>
      </p:ext>
    </p:extLst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FA4A-0816-4795-B6E5-4F4CA1417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77406-CED8-4261-8114-0D8876D3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006857"/>
      </p:ext>
    </p:extLst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9CD-B366-489B-AC07-A4080292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149CE-FA01-444E-A2E2-84DC22FC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162818"/>
      </p:ext>
    </p:extLst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4DA7-9086-40B3-A92E-0BC3D291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84E02-EB3D-4E7B-84AD-63EB49C78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014711"/>
      </p:ext>
    </p:extLst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3E94-AB8A-4A0A-B2E1-3B1F4318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07D19-BCCC-4B98-B58F-D92924A2E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255CD-C171-470A-8207-5EEA94234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444251"/>
      </p:ext>
    </p:extLst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81A3-7EA3-4D94-9353-39C18D28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B1A9E-1C5C-4B06-BEF7-8FC4453A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B25E1-F77F-4382-8178-276DCC621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CC6E8-36B3-464F-BADD-64D96F6C3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D3D6B7-7B4D-4519-97DB-F804F0801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424989"/>
      </p:ext>
    </p:extLst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EC22-854B-43BE-A086-7CEC111A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254963"/>
      </p:ext>
    </p:extLst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808994"/>
      </p:ext>
    </p:extLst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6378-4AD7-48B9-9D82-7C63454B1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1C21-7E72-4F4A-BC63-2290CB3B7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1AAB0-90CB-40B4-B339-1F2A5465B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436873"/>
      </p:ext>
    </p:extLst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E160-E244-4F9A-826F-28C3649CB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7E216-FD60-4F6F-A386-969B20265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0E585-4933-4B0D-BC2D-6B05B5A2D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9233978"/>
      </p:ext>
    </p:extLst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D907-9D43-4327-9AC4-3DF35B5E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1ABBB-EF43-47B3-97B5-02A6CB1F0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919837"/>
      </p:ext>
    </p:extLst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0B25E-48D7-4C64-BB1D-115A6C750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51E08-0381-484D-9FA3-EF7E14CA1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813784"/>
      </p:ext>
    </p:extLst>
  </p:cSld>
  <p:clrMapOvr>
    <a:masterClrMapping/>
  </p:clrMapOvr>
  <p:transition spd="med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7390-D3DF-4B6F-9EC0-574EBB8C5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91228-EB93-41CA-929C-6DA6981C1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781535"/>
      </p:ext>
    </p:extLst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6931-8445-483F-98E2-13BF981E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9A3A-BCD8-496C-ACCC-6DF61610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129535"/>
      </p:ext>
    </p:extLst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D37F-65BD-4300-B59A-6B9E721C2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BC53C-BD70-4A01-A0F2-31AA9883B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2625516"/>
      </p:ext>
    </p:extLst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C84F-9251-41F2-A812-8CA707E0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CCD45-9D04-4594-8B68-E267807DF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C4EC2-4344-427F-97F4-5BE094F94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911982"/>
      </p:ext>
    </p:extLst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6669-EAB8-4F55-97CA-189B8298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037E3-21CF-479E-B4EC-EC521D59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42E2D-C810-4FC7-B38A-4C42FAB25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4473B-058A-43BA-AB94-F93758892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197BD-2DEB-4462-A355-AD8ABAEE0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235401"/>
      </p:ext>
    </p:extLst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649E-4A7F-4A3B-BD4F-7BAC4E10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432372"/>
      </p:ext>
    </p:extLst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687427"/>
      </p:ext>
    </p:extLst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9AF2-757E-4B39-B3E9-E5EA1E40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6C21A-C6AB-40AC-876B-879C05237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02065-2C36-4548-A6D1-6E80E8AA4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9811201"/>
      </p:ext>
    </p:extLst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8FC3A-18ED-4C6A-926C-B5084F48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D949A-33E0-4EA3-A87D-0B357FE36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0CF70-50DC-407A-ADE4-7E0279F75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3769044"/>
      </p:ext>
    </p:extLst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9CC5-D297-46A9-8866-3B42CF43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B5948-5752-4BDF-B35F-8E127B213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947706"/>
      </p:ext>
    </p:extLst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FA938-0293-4103-9087-8CDEFAE3E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6CC4F-2E65-4519-9BE7-960D34DAB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934558"/>
      </p:ext>
    </p:extLst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DFC2-AA47-4896-8B7A-31165543A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90F34-3ADC-49F7-9792-A2CA9E997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226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43AF-BAC0-48E0-B7EE-6A49FC04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7C124-2157-49B7-ABEF-CD15DA85E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5117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48E8-3877-4B79-B330-BEA5C8AB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0B67-3D19-4F94-B52A-1F0066B89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624079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C387-0564-4361-8B0E-CB76138E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1FAC3-DB52-4633-B570-F50A3AB39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6BCC2-D4B8-45DA-B349-989440485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64434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0FE8-893A-40A7-ADA2-F6669752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97567-008E-42CD-9C64-2C7426DEC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CCE0D-5CB9-4681-B89E-2FBC05E92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8188C-342A-41D1-B261-532CE17D9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8D0C5B-0155-4176-8BE7-5F9698B64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3441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0B17-0BC9-4E45-AA1D-5789691C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99311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1611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CD2A-CE5C-4BAF-B767-DE0D8620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BD58B-F82F-4B0F-8451-35A93B9B9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03AFC-06BC-49CE-9D4F-41CB2D4BE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30130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495D-CEEC-4772-ADA2-7908A7FB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E3E1A-E8F1-48D6-AC4C-A61AEE070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D5774-A0A3-4F8A-803C-F214D0A9B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887988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C017-2EDA-4484-9198-3770B0C1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97529-DD3B-438E-933E-EE998E0CF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29000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57018-A248-46B0-A4A2-B7E14E08D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C82E9-DB1E-48AB-B4B7-927A5C277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7226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3459-6495-4A49-B05E-484D71C83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A8CD8-D7BB-4000-B3D2-4916238DD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97333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57DF-9482-4C9D-8B2F-1F73731D8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B3225-B296-4784-8EF5-CC092CEC2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66562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29C7-CB6C-4B63-B8EC-BAD8E7B7E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807A3-EDDD-4CCA-A22A-60E846B67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670239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3DDA-262C-4856-84BB-B3DA92FD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7262C-EC55-4A4C-B704-68FCEAADB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BC87A-15DD-4896-9EEF-2419EB69F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3922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81B6-E73D-4261-AFD9-2D495CD5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02445-C3BD-4AC5-865B-6090AD778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0BA6B-EA94-4B40-A8B8-70E3D7284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A1C0C-B612-4AA5-B97F-65CC9747C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0278E-A794-4BD7-BCB7-74559EF63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62616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DF62-47FE-48CA-863E-103792E8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84248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56999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3D05-ECD4-4D76-8CDE-0AA63531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4A84-6F6F-4813-B478-C40C97363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751F5-F87D-4786-B3BB-4B9EA3E4D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56468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97236-1E35-4FF9-8001-C4FBB532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9ED478-207E-4073-8759-6A8837C66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4EFC6-737C-45E4-AC7B-3D51C6A39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60545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215D-199A-4E29-AFC7-A3456EAF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1E5BA-1DDF-437B-9F70-D341D90EA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62857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2766C-D6DC-426F-93C7-EA1F3DBBE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976E4-8C3B-4DD8-8AE7-E3110A9C4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98816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7254-9F2B-4B89-A6E7-619905105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038"/>
            <a:ext cx="6858000" cy="19907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34DD9-7457-492B-9446-2E33A76E5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963"/>
            <a:ext cx="6858000" cy="13795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61302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DCD4-7A62-445E-9511-7170EBC0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B9BB3-FFD7-476E-9733-FC25279D6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33224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8F52-7B7A-4959-91DD-7A4F031A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5575"/>
            <a:ext cx="7886700" cy="237648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E7061-B9F3-43E3-8090-D52612560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288"/>
            <a:ext cx="7886700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212023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77E8-DCDA-4461-9E05-7438F52B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5140-6B94-4341-961A-29562ACB8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93D0D-D094-446E-9557-B38E147E5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0825"/>
            <a:ext cx="3867150" cy="3627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23957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9752-5A11-4A04-A25A-E852F769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FD87-548E-4BA9-9FF4-9238FAF61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01763"/>
            <a:ext cx="3868737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A2290-3EB5-4DBC-81E8-018EB4A7B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087563"/>
            <a:ext cx="3868737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BC76-5447-41D8-B048-8A549F2B4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1763"/>
            <a:ext cx="3887788" cy="685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F29D4-174F-484D-986F-2A1FC9EB7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788" cy="3070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36312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92E7-496B-4925-9EF3-647B639F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11385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73189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5E05-8959-4A9E-AF37-8A63452D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A644-31C9-4A05-A58B-2027FE1F7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45DFE-3434-4037-AFD8-020C8D8A2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070381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8748-84DC-4531-AEEC-28FEC565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81000"/>
            <a:ext cx="2949575" cy="13335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16A9D-5087-4DBF-82B7-CF0F1BCA6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22325"/>
            <a:ext cx="4629150" cy="4062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6A3D6-5F3E-4A4C-A69D-DA192C18B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714500"/>
            <a:ext cx="2949575" cy="317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68564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1B72-5254-4C66-A536-FA699FCD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AA557-1811-4890-A9A5-88D9EBF77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54819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A0C04-948E-44A1-81DD-E4D3EF9BA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800"/>
            <a:ext cx="1971675" cy="48434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9B054-1571-4FD7-A59F-208FF3F8B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800"/>
            <a:ext cx="5762625" cy="48434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5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1400DC-4B7B-46C7-8DF6-5B85E143E2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521325"/>
            <a:ext cx="9144000" cy="211138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defRPr/>
            </a:pPr>
            <a:endParaRPr lang="en-US" altLang="en-US">
              <a:solidFill>
                <a:srgbClr val="FFFFFF"/>
              </a:solidFill>
              <a:latin typeface="Segoe UI Semilight" panose="020B0402040204020203" pitchFamily="34" charset="0"/>
            </a:endParaRPr>
          </a:p>
        </p:txBody>
      </p:sp>
      <p:sp>
        <p:nvSpPr>
          <p:cNvPr id="1027" name="Slide Number Placeholder 4">
            <a:extLst>
              <a:ext uri="{FF2B5EF4-FFF2-40B4-BE49-F238E27FC236}">
                <a16:creationId xmlns:a16="http://schemas.microsoft.com/office/drawing/2014/main" id="{37A089C1-B72F-4FB4-B9AD-40F4DD5109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13" y="5521325"/>
            <a:ext cx="39687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fld id="{4A933333-9029-42A4-81B2-FAA34F3A064A}" type="slidenum">
              <a:rPr lang="en-US" altLang="en-US" sz="900" smtClean="0">
                <a:solidFill>
                  <a:srgbClr val="FFFFFF"/>
                </a:solidFill>
                <a:latin typeface="Segoe UI Semilight" panose="020B0402040204020203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900">
              <a:solidFill>
                <a:srgbClr val="FFFFFF"/>
              </a:solidFill>
              <a:latin typeface="Segoe UI Semilight" panose="020B0402040204020203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F071AF3-72F4-4E75-B65D-22E7385CD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63" y="5568950"/>
            <a:ext cx="836612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5">
            <a:extLst>
              <a:ext uri="{FF2B5EF4-FFF2-40B4-BE49-F238E27FC236}">
                <a16:creationId xmlns:a16="http://schemas.microsoft.com/office/drawing/2014/main" id="{48B3E432-5793-4AC5-B0CF-24E1AAEA36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860425"/>
            <a:ext cx="479425" cy="38100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100">
              <a:solidFill>
                <a:srgbClr val="118CE7"/>
              </a:solidFill>
              <a:latin typeface="Segoe UI Semilight" panose="020B0402040204020203" pitchFamily="34" charset="0"/>
            </a:endParaRPr>
          </a:p>
        </p:txBody>
      </p:sp>
      <p:sp>
        <p:nvSpPr>
          <p:cNvPr id="1030" name="Title Placeholder 6">
            <a:extLst>
              <a:ext uri="{FF2B5EF4-FFF2-40B4-BE49-F238E27FC236}">
                <a16:creationId xmlns:a16="http://schemas.microsoft.com/office/drawing/2014/main" id="{13FA54FB-CAD2-4B2A-9067-8B4279374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7163"/>
            <a:ext cx="82296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000" kern="1200">
          <a:solidFill>
            <a:srgbClr val="576F21"/>
          </a:solidFill>
          <a:latin typeface="+mj-lt"/>
          <a:ea typeface="Segoe UI Semilight" panose="020B0402040204020203" pitchFamily="34" charset="0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5pPr>
      <a:lvl6pPr marL="4572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6pPr>
      <a:lvl7pPr marL="9144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7pPr>
      <a:lvl8pPr marL="13716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8pPr>
      <a:lvl9pPr marL="18288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821110-DE57-48E6-9426-1DBFB0925E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521325"/>
            <a:ext cx="9144000" cy="211138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defRPr/>
            </a:pPr>
            <a:endParaRPr lang="en-US" altLang="en-US">
              <a:solidFill>
                <a:srgbClr val="FFFFFF"/>
              </a:solidFill>
              <a:latin typeface="Segoe UI Semilight" panose="020B0402040204020203" pitchFamily="34" charset="0"/>
            </a:endParaRPr>
          </a:p>
        </p:txBody>
      </p:sp>
      <p:sp>
        <p:nvSpPr>
          <p:cNvPr id="2051" name="Slide Number Placeholder 4">
            <a:extLst>
              <a:ext uri="{FF2B5EF4-FFF2-40B4-BE49-F238E27FC236}">
                <a16:creationId xmlns:a16="http://schemas.microsoft.com/office/drawing/2014/main" id="{3A46696E-29FA-4C2F-9C9E-A90DCEEC2B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13" y="5521325"/>
            <a:ext cx="39687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fld id="{33C8C4D8-97C5-4E3B-BA7E-072A2CBDA74D}" type="slidenum">
              <a:rPr lang="en-US" altLang="en-US" sz="900" smtClean="0">
                <a:solidFill>
                  <a:srgbClr val="FFFFFF"/>
                </a:solidFill>
                <a:latin typeface="Segoe UI Semilight" panose="020B0402040204020203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900">
              <a:solidFill>
                <a:srgbClr val="FFFFFF"/>
              </a:solidFill>
              <a:latin typeface="Segoe UI Semilight" panose="020B0402040204020203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F982B88-8F8A-427F-858A-5BF2210D6D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63" y="5568950"/>
            <a:ext cx="836612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5">
            <a:extLst>
              <a:ext uri="{FF2B5EF4-FFF2-40B4-BE49-F238E27FC236}">
                <a16:creationId xmlns:a16="http://schemas.microsoft.com/office/drawing/2014/main" id="{7B04EBA6-D8AC-4768-9AA7-7642C69EB4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860425"/>
            <a:ext cx="479425" cy="38100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100">
              <a:solidFill>
                <a:srgbClr val="118CE7"/>
              </a:solidFill>
              <a:latin typeface="Segoe UI Semilight" panose="020B0402040204020203" pitchFamily="34" charset="0"/>
            </a:endParaRP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68167029-9C4A-445C-BE9A-A581930EEF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521325"/>
            <a:ext cx="9144000" cy="211138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defRPr/>
            </a:pPr>
            <a:endParaRPr lang="en-US" altLang="en-US">
              <a:solidFill>
                <a:srgbClr val="FFFFFF"/>
              </a:solidFill>
              <a:latin typeface="Segoe UI Semilight" panose="020B0402040204020203" pitchFamily="34" charset="0"/>
            </a:endParaRP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0CC7ABB4-98CA-45EC-A826-72F290F362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860425"/>
            <a:ext cx="479425" cy="38100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100">
              <a:solidFill>
                <a:srgbClr val="118CE7"/>
              </a:solidFill>
              <a:latin typeface="Segoe UI Semilight" panose="020B0402040204020203" pitchFamily="34" charset="0"/>
            </a:endParaRPr>
          </a:p>
        </p:txBody>
      </p:sp>
      <p:sp>
        <p:nvSpPr>
          <p:cNvPr id="2056" name="Slide Number Placeholder 4">
            <a:extLst>
              <a:ext uri="{FF2B5EF4-FFF2-40B4-BE49-F238E27FC236}">
                <a16:creationId xmlns:a16="http://schemas.microsoft.com/office/drawing/2014/main" id="{92F57489-C2AA-47F6-A72A-2E5E48C6144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13" y="5521325"/>
            <a:ext cx="39687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fld id="{230BAC86-E290-42E5-A64E-6ACA75E10FB9}" type="slidenum">
              <a:rPr lang="en-US" altLang="en-US" sz="900" smtClean="0">
                <a:solidFill>
                  <a:srgbClr val="FFFFFF"/>
                </a:solidFill>
                <a:latin typeface="Segoe UI Semilight" panose="020B0402040204020203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900">
              <a:solidFill>
                <a:srgbClr val="FFFFFF"/>
              </a:solidFill>
              <a:latin typeface="Segoe UI Semilight" panose="020B0402040204020203" pitchFamily="34" charset="0"/>
            </a:endParaRPr>
          </a:p>
        </p:txBody>
      </p:sp>
      <p:pic>
        <p:nvPicPr>
          <p:cNvPr id="2057" name="Picture 4">
            <a:extLst>
              <a:ext uri="{FF2B5EF4-FFF2-40B4-BE49-F238E27FC236}">
                <a16:creationId xmlns:a16="http://schemas.microsoft.com/office/drawing/2014/main" id="{74ADA946-5618-409D-B983-D5225AEF0D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63" y="5568950"/>
            <a:ext cx="836612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" name="Title Placeholder 6">
            <a:extLst>
              <a:ext uri="{FF2B5EF4-FFF2-40B4-BE49-F238E27FC236}">
                <a16:creationId xmlns:a16="http://schemas.microsoft.com/office/drawing/2014/main" id="{0335CBDD-B410-4BE5-B8F5-BC33D35E6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7163"/>
            <a:ext cx="82296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000" kern="1200">
          <a:solidFill>
            <a:srgbClr val="576F21"/>
          </a:solidFill>
          <a:latin typeface="+mj-lt"/>
          <a:ea typeface="Segoe UI Semilight" panose="020B0402040204020203" pitchFamily="34" charset="0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</a:defRPr>
      </a:lvl5pPr>
      <a:lvl6pPr marL="4572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6pPr>
      <a:lvl7pPr marL="9144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7pPr>
      <a:lvl8pPr marL="13716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8pPr>
      <a:lvl9pPr marL="1828800"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rgbClr val="576F21"/>
          </a:solidFill>
          <a:latin typeface="Segoe UI Semilight" panose="020B0402040204020203" pitchFamily="34" charset="0"/>
          <a:cs typeface="Segoe UI Semilight" panose="020B0402040204020203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76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A bunch of food on a plate&#10;&#10;Description generated with very high confidence">
            <a:extLst>
              <a:ext uri="{FF2B5EF4-FFF2-40B4-BE49-F238E27FC236}">
                <a16:creationId xmlns:a16="http://schemas.microsoft.com/office/drawing/2014/main" id="{84577161-5C20-42BF-93DE-B6CC715628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51938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2">
            <a:extLst>
              <a:ext uri="{FF2B5EF4-FFF2-40B4-BE49-F238E27FC236}">
                <a16:creationId xmlns:a16="http://schemas.microsoft.com/office/drawing/2014/main" id="{5BC5DA5F-9160-400E-B69F-540385E575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15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3">
            <a:extLst>
              <a:ext uri="{FF2B5EF4-FFF2-40B4-BE49-F238E27FC236}">
                <a16:creationId xmlns:a16="http://schemas.microsoft.com/office/drawing/2014/main" id="{1966FAA3-58CB-463A-BF66-AB83173DBC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4275138"/>
            <a:ext cx="1346200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2">
            <a:extLst>
              <a:ext uri="{FF2B5EF4-FFF2-40B4-BE49-F238E27FC236}">
                <a16:creationId xmlns:a16="http://schemas.microsoft.com/office/drawing/2014/main" id="{159EC81F-88F8-4220-9031-73255129F88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1231900"/>
            <a:ext cx="297973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E7498D67-0840-4418-882E-A26C422CAE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521325"/>
            <a:ext cx="9144000" cy="211138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Clr>
                <a:srgbClr val="FFFFFF"/>
              </a:buClr>
              <a:buFont typeface="Segoe UI Semilight" panose="020B0402040204020203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Segoe UI Semilight" panose="020B0402040204020203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51657D7-1437-49B6-A0E8-8A2541182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860425"/>
            <a:ext cx="479425" cy="38100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Clr>
                <a:srgbClr val="118CE7"/>
              </a:buClr>
              <a:buFont typeface="Segoe UI Semilight" panose="020B0402040204020203" pitchFamily="34" charset="0"/>
              <a:buNone/>
              <a:defRPr/>
            </a:pPr>
            <a:endParaRPr lang="en-US" altLang="en-US" sz="1100">
              <a:solidFill>
                <a:srgbClr val="118CE7"/>
              </a:solidFill>
              <a:latin typeface="Segoe UI Semilight" panose="020B0402040204020203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220" name="Slide Number Placeholder 4">
            <a:extLst>
              <a:ext uri="{FF2B5EF4-FFF2-40B4-BE49-F238E27FC236}">
                <a16:creationId xmlns:a16="http://schemas.microsoft.com/office/drawing/2014/main" id="{896CA7F1-5299-408F-A450-44426B64D70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13" y="5521325"/>
            <a:ext cx="39687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Font typeface="Segoe UI Semilight" panose="020B0402040204020203" pitchFamily="34" charset="0"/>
              <a:buNone/>
              <a:defRPr/>
            </a:pPr>
            <a:fld id="{699B29AE-FA6C-46E2-B119-6B3FE05BA174}" type="slidenum">
              <a:rPr lang="en-US" altLang="en-US" sz="900" smtClean="0">
                <a:solidFill>
                  <a:srgbClr val="FFFFFF"/>
                </a:solidFill>
                <a:latin typeface="Segoe UI Semilight" panose="020B0402040204020203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algn="ctr" eaLnBrk="1" hangingPunct="1">
                <a:buClr>
                  <a:srgbClr val="FFFFFF"/>
                </a:buClr>
                <a:buFont typeface="Segoe UI Semilight" panose="020B0402040204020203" pitchFamily="34" charset="0"/>
                <a:buNone/>
                <a:defRPr/>
              </a:pPr>
              <a:t>‹#›</a:t>
            </a:fld>
            <a:endParaRPr lang="en-US" altLang="en-US" sz="900">
              <a:solidFill>
                <a:srgbClr val="FFFFFF"/>
              </a:solidFill>
              <a:latin typeface="Segoe UI Semilight" panose="020B0402040204020203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101" name="Picture 4">
            <a:extLst>
              <a:ext uri="{FF2B5EF4-FFF2-40B4-BE49-F238E27FC236}">
                <a16:creationId xmlns:a16="http://schemas.microsoft.com/office/drawing/2014/main" id="{CC816AB7-7682-4FE7-8E58-A00C654B60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63" y="5568950"/>
            <a:ext cx="836612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>
            <a:extLst>
              <a:ext uri="{FF2B5EF4-FFF2-40B4-BE49-F238E27FC236}">
                <a16:creationId xmlns:a16="http://schemas.microsoft.com/office/drawing/2014/main" id="{0508D2B5-F8A4-479B-8D4E-69382E0E2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938"/>
            <a:ext cx="9144000" cy="5722938"/>
          </a:xfrm>
          <a:prstGeom prst="rect">
            <a:avLst/>
          </a:prstGeom>
          <a:solidFill>
            <a:srgbClr val="0084B4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Font typeface="Malgun Gothic Semilight" panose="020B0502040204020203" pitchFamily="34" charset="-128"/>
              <a:buNone/>
              <a:defRPr/>
            </a:pPr>
            <a:endParaRPr lang="en-US" altLang="en-US">
              <a:solidFill>
                <a:srgbClr val="FFFFFF"/>
              </a:solidFill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pic>
        <p:nvPicPr>
          <p:cNvPr id="5123" name="Picture 2">
            <a:extLst>
              <a:ext uri="{FF2B5EF4-FFF2-40B4-BE49-F238E27FC236}">
                <a16:creationId xmlns:a16="http://schemas.microsoft.com/office/drawing/2014/main" id="{1FE4ED9A-0433-46A7-A295-67666DF9834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825" y="5005388"/>
            <a:ext cx="2979738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transition spd="med">
    <p:fade/>
  </p:transition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B815AC32-E603-436C-9897-B64905B21F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7229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Font typeface="Malgun Gothic Semilight" panose="020B0502040204020203" pitchFamily="34" charset="-128"/>
              <a:buNone/>
              <a:defRPr/>
            </a:pPr>
            <a:endParaRPr lang="en-US" altLang="en-US">
              <a:solidFill>
                <a:srgbClr val="FFFFFF"/>
              </a:solidFill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pic>
        <p:nvPicPr>
          <p:cNvPr id="6147" name="Picture 2">
            <a:extLst>
              <a:ext uri="{FF2B5EF4-FFF2-40B4-BE49-F238E27FC236}">
                <a16:creationId xmlns:a16="http://schemas.microsoft.com/office/drawing/2014/main" id="{7CFC4094-4317-4C1F-97C8-F83C341592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825" y="5005388"/>
            <a:ext cx="2979738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ransition spd="med">
    <p:fade/>
  </p:transition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>
            <a:extLst>
              <a:ext uri="{FF2B5EF4-FFF2-40B4-BE49-F238E27FC236}">
                <a16:creationId xmlns:a16="http://schemas.microsoft.com/office/drawing/2014/main" id="{996E04B1-21E0-4B61-88A0-7C0723AF51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722938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Font typeface="Malgun Gothic Semilight" panose="020B0502040204020203" pitchFamily="34" charset="-128"/>
              <a:buNone/>
              <a:defRPr/>
            </a:pPr>
            <a:endParaRPr lang="en-US" altLang="en-US">
              <a:solidFill>
                <a:srgbClr val="FFFFFF"/>
              </a:solidFill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pic>
        <p:nvPicPr>
          <p:cNvPr id="7171" name="Picture 2">
            <a:extLst>
              <a:ext uri="{FF2B5EF4-FFF2-40B4-BE49-F238E27FC236}">
                <a16:creationId xmlns:a16="http://schemas.microsoft.com/office/drawing/2014/main" id="{8598B6C8-9A57-4552-9FCE-2296368C430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4" t="39520" b="27408"/>
          <a:stretch>
            <a:fillRect/>
          </a:stretch>
        </p:blipFill>
        <p:spPr bwMode="auto">
          <a:xfrm>
            <a:off x="6346825" y="5005388"/>
            <a:ext cx="2979738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</p:sldLayoutIdLst>
  <p:transition spd="med">
    <p:fade/>
  </p:transition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>
            <a:extLst>
              <a:ext uri="{FF2B5EF4-FFF2-40B4-BE49-F238E27FC236}">
                <a16:creationId xmlns:a16="http://schemas.microsoft.com/office/drawing/2014/main" id="{F80B52BE-C055-4AB3-AF6D-273CC2B93F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521325"/>
            <a:ext cx="9144000" cy="211138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buClr>
                <a:srgbClr val="FFFFFF"/>
              </a:buClr>
              <a:buFont typeface="Segoe UI Semilight" panose="020B0402040204020203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Segoe UI Semilight" panose="020B0402040204020203" pitchFamily="34" charset="0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BB81865-2AF6-40D5-ABC3-19D7B29E46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860425"/>
            <a:ext cx="479425" cy="38100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118CE7"/>
              </a:buClr>
              <a:buFont typeface="Segoe UI Semilight" panose="020B0402040204020203" pitchFamily="34" charset="0"/>
              <a:buNone/>
              <a:defRPr/>
            </a:pPr>
            <a:endParaRPr lang="en-US" altLang="en-US" sz="1100">
              <a:solidFill>
                <a:srgbClr val="118CE7"/>
              </a:solidFill>
              <a:latin typeface="Segoe UI Semilight" panose="020B0402040204020203" pitchFamily="34" charset="0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sp>
        <p:nvSpPr>
          <p:cNvPr id="73732" name="Slide Number Placeholder 4">
            <a:extLst>
              <a:ext uri="{FF2B5EF4-FFF2-40B4-BE49-F238E27FC236}">
                <a16:creationId xmlns:a16="http://schemas.microsoft.com/office/drawing/2014/main" id="{9C8C38BD-C2FA-4787-BB35-A8780F150B4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13" y="5521325"/>
            <a:ext cx="39687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Font typeface="Segoe UI Semilight" panose="020B0402040204020203" pitchFamily="34" charset="0"/>
              <a:buNone/>
              <a:defRPr/>
            </a:pPr>
            <a:fld id="{B94245EF-0CB3-4150-9346-50040E0B1A78}" type="slidenum">
              <a:rPr lang="en-US" altLang="en-US" sz="900" smtClean="0">
                <a:solidFill>
                  <a:srgbClr val="FFFFFF"/>
                </a:solidFill>
                <a:latin typeface="Segoe UI Semilight" panose="020B0402040204020203" pitchFamily="34" charset="0"/>
                <a:ea typeface="Malgun Gothic Semilight" panose="020B0502040204020203" pitchFamily="34" charset="-128"/>
                <a:cs typeface="Malgun Gothic Semilight" panose="020B0502040204020203" pitchFamily="34" charset="-128"/>
                <a:sym typeface="Malgun Gothic Semilight" panose="020B0502040204020203" pitchFamily="34" charset="-128"/>
              </a:rPr>
              <a:pPr algn="ctr" eaLnBrk="1" hangingPunct="1">
                <a:buClr>
                  <a:srgbClr val="FFFFFF"/>
                </a:buClr>
                <a:buFont typeface="Segoe UI Semilight" panose="020B0402040204020203" pitchFamily="34" charset="0"/>
                <a:buNone/>
                <a:defRPr/>
              </a:pPr>
              <a:t>‹#›</a:t>
            </a:fld>
            <a:endParaRPr lang="en-US" altLang="en-US" sz="900">
              <a:solidFill>
                <a:srgbClr val="FFFFFF"/>
              </a:solidFill>
              <a:latin typeface="Segoe UI Semilight" panose="020B0402040204020203" pitchFamily="34" charset="0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pic>
        <p:nvPicPr>
          <p:cNvPr id="8197" name="Picture 4">
            <a:extLst>
              <a:ext uri="{FF2B5EF4-FFF2-40B4-BE49-F238E27FC236}">
                <a16:creationId xmlns:a16="http://schemas.microsoft.com/office/drawing/2014/main" id="{BE3361A9-C448-4F58-9933-549B0F5CB5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63" y="5568950"/>
            <a:ext cx="836612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>
            <a:extLst>
              <a:ext uri="{FF2B5EF4-FFF2-40B4-BE49-F238E27FC236}">
                <a16:creationId xmlns:a16="http://schemas.microsoft.com/office/drawing/2014/main" id="{6B595FEB-087D-4D24-B6AD-9D0E51B922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521325"/>
            <a:ext cx="9144000" cy="211138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Font typeface="Segoe UI Semilight" panose="020B0402040204020203" pitchFamily="34" charset="0"/>
              <a:buNone/>
              <a:defRPr/>
            </a:pPr>
            <a:endParaRPr lang="en-US" altLang="en-US">
              <a:solidFill>
                <a:srgbClr val="FFFFFF"/>
              </a:solidFill>
              <a:latin typeface="Segoe UI Semilight" panose="020B0402040204020203" pitchFamily="34" charset="0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6CD7A67-BB6C-4B75-B61B-D695E97FB8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860425"/>
            <a:ext cx="479425" cy="38100"/>
          </a:xfrm>
          <a:prstGeom prst="rect">
            <a:avLst/>
          </a:prstGeom>
          <a:solidFill>
            <a:srgbClr val="576F21"/>
          </a:solidFill>
          <a:ln>
            <a:noFill/>
          </a:ln>
          <a:extLst>
            <a:ext uri="{91240B29-F687-4F45-9708-019B960494DF}">
              <a14:hiddenLine xmlns:a14="http://schemas.microsoft.com/office/drawing/2010/main" w="1079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118CE7"/>
              </a:buClr>
              <a:buFont typeface="Segoe UI Semilight" panose="020B0402040204020203" pitchFamily="34" charset="0"/>
              <a:buNone/>
              <a:defRPr/>
            </a:pPr>
            <a:endParaRPr lang="en-US" altLang="en-US" sz="1100">
              <a:solidFill>
                <a:srgbClr val="118CE7"/>
              </a:solidFill>
              <a:latin typeface="Segoe UI Semilight" panose="020B0402040204020203" pitchFamily="34" charset="0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sp>
        <p:nvSpPr>
          <p:cNvPr id="77828" name="Slide Number Placeholder 4">
            <a:extLst>
              <a:ext uri="{FF2B5EF4-FFF2-40B4-BE49-F238E27FC236}">
                <a16:creationId xmlns:a16="http://schemas.microsoft.com/office/drawing/2014/main" id="{CF8D943F-CB90-431A-9059-593C9E3432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13" y="5521325"/>
            <a:ext cx="39687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FFFF"/>
              </a:buClr>
              <a:buFont typeface="Segoe UI Semilight" panose="020B0402040204020203" pitchFamily="34" charset="0"/>
              <a:buNone/>
              <a:defRPr/>
            </a:pPr>
            <a:fld id="{CCB8DC0E-A7ED-4915-A3E7-65A9C0FD4164}" type="slidenum">
              <a:rPr lang="en-US" altLang="en-US" sz="900" smtClean="0">
                <a:solidFill>
                  <a:srgbClr val="FFFFFF"/>
                </a:solidFill>
                <a:latin typeface="Segoe UI Semilight" panose="020B0402040204020203" pitchFamily="34" charset="0"/>
                <a:ea typeface="Malgun Gothic Semilight" panose="020B0502040204020203" pitchFamily="34" charset="-128"/>
                <a:cs typeface="Malgun Gothic Semilight" panose="020B0502040204020203" pitchFamily="34" charset="-128"/>
                <a:sym typeface="Malgun Gothic Semilight" panose="020B0502040204020203" pitchFamily="34" charset="-128"/>
              </a:rPr>
              <a:pPr algn="ctr" eaLnBrk="1" hangingPunct="1">
                <a:buClr>
                  <a:srgbClr val="FFFFFF"/>
                </a:buClr>
                <a:buFont typeface="Segoe UI Semilight" panose="020B0402040204020203" pitchFamily="34" charset="0"/>
                <a:buNone/>
                <a:defRPr/>
              </a:pPr>
              <a:t>‹#›</a:t>
            </a:fld>
            <a:endParaRPr lang="en-US" altLang="en-US" sz="900">
              <a:solidFill>
                <a:srgbClr val="FFFFFF"/>
              </a:solidFill>
              <a:latin typeface="Segoe UI Semilight" panose="020B0402040204020203" pitchFamily="34" charset="0"/>
              <a:ea typeface="Malgun Gothic Semilight" panose="020B0502040204020203" pitchFamily="34" charset="-128"/>
              <a:cs typeface="Malgun Gothic Semilight" panose="020B0502040204020203" pitchFamily="34" charset="-128"/>
              <a:sym typeface="Malgun Gothic Semilight" panose="020B0502040204020203" pitchFamily="34" charset="-128"/>
            </a:endParaRPr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D2C2112D-29D8-4235-BC60-4D3D4A9AE9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63" y="5568950"/>
            <a:ext cx="836612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76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">
            <a:extLst>
              <a:ext uri="{FF2B5EF4-FFF2-40B4-BE49-F238E27FC236}">
                <a16:creationId xmlns:a16="http://schemas.microsoft.com/office/drawing/2014/main" id="{F5CFC510-F991-4915-A7FA-E21B9943E3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9144000" cy="572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1">
            <a:extLst>
              <a:ext uri="{FF2B5EF4-FFF2-40B4-BE49-F238E27FC236}">
                <a16:creationId xmlns:a16="http://schemas.microsoft.com/office/drawing/2014/main" id="{B8E01DAF-E7E0-49E8-AA15-69105C0AFB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15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2">
            <a:extLst>
              <a:ext uri="{FF2B5EF4-FFF2-40B4-BE49-F238E27FC236}">
                <a16:creationId xmlns:a16="http://schemas.microsoft.com/office/drawing/2014/main" id="{6F96C93F-CED1-4869-97ED-7F391B8B64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4275138"/>
            <a:ext cx="1346200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2">
            <a:extLst>
              <a:ext uri="{FF2B5EF4-FFF2-40B4-BE49-F238E27FC236}">
                <a16:creationId xmlns:a16="http://schemas.microsoft.com/office/drawing/2014/main" id="{BA372B4E-EFA7-493B-9DB3-0A271327757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1231900"/>
            <a:ext cx="297973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Placeholder 1">
            <a:extLst>
              <a:ext uri="{FF2B5EF4-FFF2-40B4-BE49-F238E27FC236}">
                <a16:creationId xmlns:a16="http://schemas.microsoft.com/office/drawing/2014/main" id="{93B8DE4E-1CDB-461E-9A66-1729823FA566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457200" y="2981325"/>
            <a:ext cx="39370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t"/>
          <a:lstStyle/>
          <a:p>
            <a:pPr marL="0" indent="0" eaLnBrk="1" hangingPunct="1"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#</a:t>
            </a:r>
            <a:r>
              <a:rPr lang="en-US" altLang="en-US" sz="2000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BrandName</a:t>
            </a:r>
            <a:r>
              <a:rPr lang="en-US" altLang="en-US" sz="200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#</a:t>
            </a:r>
          </a:p>
          <a:p>
            <a:pPr marL="0" indent="0" eaLnBrk="1" hangingPunct="1">
              <a:buClr>
                <a:srgbClr val="FFFFFF"/>
              </a:buClr>
              <a:buNone/>
            </a:pPr>
            <a:r>
              <a:rPr lang="en-US" altLang="en-US" sz="20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#Date#</a:t>
            </a:r>
            <a:endParaRPr lang="en-US" altLang="en-US" sz="2000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Calibri" panose="020F0502020204030204" pitchFamily="34" charset="0"/>
            </a:endParaRPr>
          </a:p>
          <a:p>
            <a:pPr marL="0" indent="0" eaLnBrk="1" hangingPunct="1"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Monthly Summary Report</a:t>
            </a:r>
            <a:endParaRPr lang="en-US" altLang="en-US" sz="2000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eaLnBrk="1" hangingPunct="1"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altLang="en-US" sz="2000" dirty="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6">
            <a:extLst>
              <a:ext uri="{FF2B5EF4-FFF2-40B4-BE49-F238E27FC236}">
                <a16:creationId xmlns:a16="http://schemas.microsoft.com/office/drawing/2014/main" id="{11435BD3-1F34-4A0B-906A-B6A57C2F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28638"/>
            <a:ext cx="66675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endParaRPr lang="en-US" altLang="en-US" sz="1600">
              <a:solidFill>
                <a:srgbClr val="576F21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434" name="Rectangle 7">
            <a:extLst>
              <a:ext uri="{FF2B5EF4-FFF2-40B4-BE49-F238E27FC236}">
                <a16:creationId xmlns:a16="http://schemas.microsoft.com/office/drawing/2014/main" id="{26C1B6D6-42F8-41CE-92A2-F60D0828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952500"/>
            <a:ext cx="809625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dirty="0">
                <a:solidFill>
                  <a:srgbClr val="576F21"/>
                </a:solidFill>
                <a:latin typeface="Malgun Gothic" panose="020B0503020000020004" pitchFamily="34" charset="-127"/>
              </a:rPr>
              <a:t>Performance across key indicators of brand performance</a:t>
            </a:r>
          </a:p>
        </p:txBody>
      </p:sp>
      <p:sp>
        <p:nvSpPr>
          <p:cNvPr id="18435" name="Rectangle 8">
            <a:extLst>
              <a:ext uri="{FF2B5EF4-FFF2-40B4-BE49-F238E27FC236}">
                <a16:creationId xmlns:a16="http://schemas.microsoft.com/office/drawing/2014/main" id="{238E4192-503E-4951-BAE9-6CEB6BAF0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503863"/>
            <a:ext cx="3333750" cy="21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700">
              <a:solidFill>
                <a:srgbClr val="FFFFFF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437" name="Rectangle 4" title="Summary Scorecard - Frankie and Benny's">
            <a:extLst>
              <a:ext uri="{FF2B5EF4-FFF2-40B4-BE49-F238E27FC236}">
                <a16:creationId xmlns:a16="http://schemas.microsoft.com/office/drawing/2014/main" id="{56E44938-C3BC-45C8-BEF1-5578EF1AE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Scorecard - #</a:t>
            </a:r>
            <a:r>
              <a:rPr lang="en-US" altLang="en-US" dirty="0" err="1"/>
              <a:t>BrandName</a:t>
            </a:r>
            <a:r>
              <a:rPr lang="en-US" altLang="en-US" dirty="0"/>
              <a:t>#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30F85CC-F467-4794-A02C-C50B49CA3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07" y="1370574"/>
            <a:ext cx="8202351" cy="3834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F3DD8125-9446-4077-B99F-7A7702358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50" y="1367706"/>
            <a:ext cx="8227465" cy="3320982"/>
          </a:xfrm>
          <a:prstGeom prst="rect">
            <a:avLst/>
          </a:prstGeom>
        </p:spPr>
      </p:pic>
      <p:sp>
        <p:nvSpPr>
          <p:cNvPr id="19458" name="Rectangle 6">
            <a:extLst>
              <a:ext uri="{FF2B5EF4-FFF2-40B4-BE49-F238E27FC236}">
                <a16:creationId xmlns:a16="http://schemas.microsoft.com/office/drawing/2014/main" id="{D6EADBA8-48DE-4C1D-A2B5-404F2AAA6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28638"/>
            <a:ext cx="66675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endParaRPr lang="en-US" altLang="en-US" sz="1600">
              <a:solidFill>
                <a:srgbClr val="576F21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280D9B18-CB23-4B74-9B1E-D19451D4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952500"/>
            <a:ext cx="809625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>
                <a:solidFill>
                  <a:srgbClr val="576F21"/>
                </a:solidFill>
                <a:latin typeface="Malgun Gothic" panose="020B0503020000020004" pitchFamily="34" charset="-127"/>
              </a:rPr>
              <a:t>Performance across the factors that capture the level of excitement and attention around your brand.</a:t>
            </a:r>
            <a:endParaRPr lang="en-US" sz="1000"/>
          </a:p>
          <a:p>
            <a:br>
              <a:rPr lang="en-US">
                <a:cs typeface="Calibri"/>
              </a:rPr>
            </a:br>
            <a:endParaRPr lang="en-US"/>
          </a:p>
          <a:p>
            <a:endParaRPr lang="en-US" altLang="en-US" sz="1200">
              <a:solidFill>
                <a:srgbClr val="576F21"/>
              </a:solidFill>
              <a:latin typeface="Malgun Gothic" panose="020B0503020000020004" pitchFamily="34" charset="-127"/>
              <a:ea typeface="Malgun Gothic"/>
            </a:endParaRPr>
          </a:p>
        </p:txBody>
      </p:sp>
      <p:sp>
        <p:nvSpPr>
          <p:cNvPr id="19460" name="Rectangle 8">
            <a:extLst>
              <a:ext uri="{FF2B5EF4-FFF2-40B4-BE49-F238E27FC236}">
                <a16:creationId xmlns:a16="http://schemas.microsoft.com/office/drawing/2014/main" id="{9D02CD05-7AE3-48C0-8B3D-9B20E828A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503863"/>
            <a:ext cx="3333750" cy="21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700">
              <a:solidFill>
                <a:srgbClr val="FFFFFF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361AC719-4BE2-42B9-9455-2A3EFBB20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Brand Attention Scorecard - #</a:t>
            </a:r>
            <a:r>
              <a:rPr lang="en-US" altLang="en-US" dirty="0" err="1"/>
              <a:t>BrandName</a:t>
            </a:r>
            <a:r>
              <a:rPr lang="en-US" altLang="en-US" dirty="0"/>
              <a:t>#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1C8DA268-27E3-473F-B372-F53A2A582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50" y="1367706"/>
            <a:ext cx="8227465" cy="3320982"/>
          </a:xfrm>
          <a:prstGeom prst="rect">
            <a:avLst/>
          </a:prstGeom>
        </p:spPr>
      </p:pic>
      <p:sp>
        <p:nvSpPr>
          <p:cNvPr id="19458" name="Rectangle 6">
            <a:extLst>
              <a:ext uri="{FF2B5EF4-FFF2-40B4-BE49-F238E27FC236}">
                <a16:creationId xmlns:a16="http://schemas.microsoft.com/office/drawing/2014/main" id="{D6EADBA8-48DE-4C1D-A2B5-404F2AAA6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28638"/>
            <a:ext cx="66675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endParaRPr lang="en-US" altLang="en-US" sz="1600">
              <a:solidFill>
                <a:srgbClr val="576F21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280D9B18-CB23-4B74-9B1E-D19451D4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952500"/>
            <a:ext cx="809625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 dirty="0">
                <a:solidFill>
                  <a:srgbClr val="576F21"/>
                </a:solidFill>
                <a:latin typeface="Malgun Gothic" panose="020B0503020000020004" pitchFamily="34" charset="-127"/>
              </a:rPr>
              <a:t>Performance across the factors that capture the knowledge and preference for each brand that can lead to a visit and purchase.</a:t>
            </a:r>
            <a:endParaRPr lang="en-US" sz="1000" dirty="0"/>
          </a:p>
          <a:p>
            <a:br>
              <a:rPr lang="en-US" dirty="0">
                <a:cs typeface="Calibri"/>
              </a:rPr>
            </a:br>
            <a:endParaRPr lang="en-US" dirty="0"/>
          </a:p>
          <a:p>
            <a:endParaRPr lang="en-US" sz="1200" dirty="0">
              <a:solidFill>
                <a:srgbClr val="576F21"/>
              </a:solidFill>
              <a:latin typeface="Malgun Gothic"/>
              <a:ea typeface="Malgun Gothic"/>
            </a:endParaRPr>
          </a:p>
          <a:p>
            <a:br>
              <a:rPr lang="en-US" dirty="0">
                <a:cs typeface="Calibri"/>
              </a:rPr>
            </a:br>
            <a:endParaRPr lang="en-US" dirty="0"/>
          </a:p>
          <a:p>
            <a:endParaRPr lang="en-US" altLang="en-US" sz="1200" dirty="0">
              <a:solidFill>
                <a:srgbClr val="576F21"/>
              </a:solidFill>
              <a:latin typeface="Malgun Gothic" panose="020B0503020000020004" pitchFamily="34" charset="-127"/>
              <a:ea typeface="Malgun Gothic"/>
            </a:endParaRPr>
          </a:p>
        </p:txBody>
      </p:sp>
      <p:sp>
        <p:nvSpPr>
          <p:cNvPr id="19460" name="Rectangle 8">
            <a:extLst>
              <a:ext uri="{FF2B5EF4-FFF2-40B4-BE49-F238E27FC236}">
                <a16:creationId xmlns:a16="http://schemas.microsoft.com/office/drawing/2014/main" id="{9D02CD05-7AE3-48C0-8B3D-9B20E828A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503863"/>
            <a:ext cx="3333750" cy="21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700">
              <a:solidFill>
                <a:srgbClr val="FFFFFF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361AC719-4BE2-42B9-9455-2A3EFBB20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Brand Health Scorecard - #</a:t>
            </a:r>
            <a:r>
              <a:rPr lang="en-US" altLang="en-US" dirty="0" err="1"/>
              <a:t>BrandName</a:t>
            </a:r>
            <a:r>
              <a:rPr lang="en-US" altLang="en-US" dirty="0"/>
              <a:t>#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131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D6EADBA8-48DE-4C1D-A2B5-404F2AAA6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28638"/>
            <a:ext cx="66675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endParaRPr lang="en-US" altLang="en-US" sz="1600">
              <a:solidFill>
                <a:srgbClr val="576F21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280D9B18-CB23-4B74-9B1E-D19451D4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952500"/>
            <a:ext cx="809625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>
                <a:solidFill>
                  <a:srgbClr val="576F21"/>
                </a:solidFill>
                <a:latin typeface="Malgun Gothic" panose="020B0503020000020004" pitchFamily="34" charset="-127"/>
              </a:rPr>
              <a:t>Performance across the factors that capture the demand for each brand that and visit frequency.</a:t>
            </a:r>
            <a:endParaRPr lang="en-US" sz="1000">
              <a:cs typeface="Calibri"/>
            </a:endParaRPr>
          </a:p>
        </p:txBody>
      </p:sp>
      <p:sp>
        <p:nvSpPr>
          <p:cNvPr id="19460" name="Rectangle 8">
            <a:extLst>
              <a:ext uri="{FF2B5EF4-FFF2-40B4-BE49-F238E27FC236}">
                <a16:creationId xmlns:a16="http://schemas.microsoft.com/office/drawing/2014/main" id="{9D02CD05-7AE3-48C0-8B3D-9B20E828A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503863"/>
            <a:ext cx="3333750" cy="21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700">
              <a:solidFill>
                <a:srgbClr val="FFFFFF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361AC719-4BE2-42B9-9455-2A3EFBB20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Demand &amp; Usage Scorecard - #</a:t>
            </a:r>
            <a:r>
              <a:rPr lang="en-US" altLang="en-US" dirty="0" err="1"/>
              <a:t>BrandName</a:t>
            </a:r>
            <a:r>
              <a:rPr lang="en-US" altLang="en-US" dirty="0"/>
              <a:t>#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B551C-470C-44FE-86CF-B21C07A70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58" y="1369581"/>
            <a:ext cx="8234107" cy="279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0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D6EADBA8-48DE-4C1D-A2B5-404F2AAA6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28638"/>
            <a:ext cx="66675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endParaRPr lang="en-US" altLang="en-US" sz="1600">
              <a:solidFill>
                <a:srgbClr val="576F21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280D9B18-CB23-4B74-9B1E-D19451D4B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952500"/>
            <a:ext cx="809625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>
                <a:solidFill>
                  <a:srgbClr val="576F21"/>
                </a:solidFill>
                <a:latin typeface="Malgun Gothic" panose="020B0503020000020004" pitchFamily="34" charset="-127"/>
              </a:rPr>
              <a:t>The level of customer satisfaction and advocacy for the brands.</a:t>
            </a:r>
            <a:endParaRPr lang="en-US" sz="1000"/>
          </a:p>
        </p:txBody>
      </p:sp>
      <p:sp>
        <p:nvSpPr>
          <p:cNvPr id="19460" name="Rectangle 8">
            <a:extLst>
              <a:ext uri="{FF2B5EF4-FFF2-40B4-BE49-F238E27FC236}">
                <a16:creationId xmlns:a16="http://schemas.microsoft.com/office/drawing/2014/main" id="{9D02CD05-7AE3-48C0-8B3D-9B20E828A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503863"/>
            <a:ext cx="3333750" cy="21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700">
              <a:solidFill>
                <a:srgbClr val="FFFFFF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462" name="Rectangle 4">
            <a:extLst>
              <a:ext uri="{FF2B5EF4-FFF2-40B4-BE49-F238E27FC236}">
                <a16:creationId xmlns:a16="http://schemas.microsoft.com/office/drawing/2014/main" id="{361AC719-4BE2-42B9-9455-2A3EFBB20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Customer Experience Scorecard - #</a:t>
            </a:r>
            <a:r>
              <a:rPr lang="en-US" altLang="en-US" dirty="0" err="1"/>
              <a:t>BrandName</a:t>
            </a:r>
            <a:r>
              <a:rPr lang="en-US" altLang="en-US" dirty="0"/>
              <a:t>#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869D4-604B-434E-B4E0-1C32FAA4C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07" y="1370574"/>
            <a:ext cx="8202351" cy="383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Placeholder 7">
            <a:extLst>
              <a:ext uri="{FF2B5EF4-FFF2-40B4-BE49-F238E27FC236}">
                <a16:creationId xmlns:a16="http://schemas.microsoft.com/office/drawing/2014/main" id="{69EBAE23-2E8D-4144-BEF8-129CEB11D588}"/>
              </a:ext>
            </a:extLst>
          </p:cNvPr>
          <p:cNvSpPr txBox="1">
            <a:spLocks/>
          </p:cNvSpPr>
          <p:nvPr/>
        </p:nvSpPr>
        <p:spPr bwMode="auto">
          <a:xfrm>
            <a:off x="457200" y="2981325"/>
            <a:ext cx="3937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Morar HPI</a:t>
            </a:r>
            <a:br>
              <a:rPr lang="en-US" altLang="en-US" sz="20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</a:br>
            <a:r>
              <a:rPr lang="en-US" altLang="en-US" sz="16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Woolyard</a:t>
            </a:r>
            <a:br>
              <a:rPr lang="en-US" altLang="en-US" sz="16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</a:br>
            <a:r>
              <a:rPr lang="en-US" altLang="en-US" sz="16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54 Bermondsey Street</a:t>
            </a:r>
            <a:br>
              <a:rPr lang="en-US" altLang="en-US" sz="16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</a:br>
            <a:r>
              <a:rPr lang="en-US" altLang="en-US" sz="16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  <a:t>London SE1 3 UD</a:t>
            </a:r>
          </a:p>
          <a:p>
            <a:pPr defTabSz="914400" eaLnBrk="1" hangingPunct="1"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br>
              <a:rPr lang="en-US" altLang="en-US" sz="200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Calibri" panose="020F0502020204030204" pitchFamily="34" charset="0"/>
              </a:rPr>
            </a:br>
            <a:endParaRPr lang="en-US" altLang="en-US" sz="2000">
              <a:solidFill>
                <a:srgbClr val="FFFFFF"/>
              </a:solidFill>
              <a:latin typeface="Malgun Gothic" panose="020B0503020000020004" pitchFamily="34" charset="-127"/>
              <a:ea typeface="Malgun Gothic" panose="020B0503020000020004" pitchFamily="34" charset="-127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0.11.11"/>
  <p:tag name="AS_VERSION" val="4.4.2.0"/>
  <p:tag name="AS_TITLE" val="Aspose.Slides for .NET"/>
</p:tagLst>
</file>

<file path=ppt/theme/theme1.xml><?xml version="1.0" encoding="utf-8"?>
<a:theme xmlns:a="http://schemas.openxmlformats.org/drawingml/2006/main" name="Text and Image layouts">
  <a:themeElements>
    <a:clrScheme name="Text and Image layout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Text and Image layouts">
      <a:majorFont>
        <a:latin typeface="Segoe UI Semilight"/>
        <a:ea typeface=""/>
        <a:cs typeface="Segoe UI Semilight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Text and Image layout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xt and Image layouts">
  <a:themeElements>
    <a:clrScheme name="1_Text and Image layout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1_Text and Image layouts">
      <a:majorFont>
        <a:latin typeface="Segoe UI Semilight"/>
        <a:ea typeface=""/>
        <a:cs typeface="Segoe UI Semilight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1_Text and Image layout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0_Title Slides">
  <a:themeElements>
    <a:clrScheme name="20_Title Slide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20_Title Slid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20_Title Slide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0_Title Slides">
  <a:themeElements>
    <a:clrScheme name="30_Title Slide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30_Title Slid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30_Title Slide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_Text and Image layouts">
  <a:themeElements>
    <a:clrScheme name="15_Text and Image layout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15_Text and Image layouts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15_Text and Image layout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6_Text and Image layouts">
  <a:themeElements>
    <a:clrScheme name="16_Text and Image layout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16_Text and Image layouts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16_Text and Image layout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2_Text and Image layouts">
  <a:themeElements>
    <a:clrScheme name="22_Text and Image layout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22_Text and Image layouts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22_Text and Image layout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Text and Image layouts">
  <a:themeElements>
    <a:clrScheme name="3_Text and Image layout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3_Text and Image layouts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3_Text and Image layout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Text and Image layouts">
  <a:themeElements>
    <a:clrScheme name="4_Text and Image layout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4_Text and Image layouts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4_Text and Image layout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Title Slides">
  <a:themeElements>
    <a:clrScheme name="4_Title Slides 1">
      <a:dk1>
        <a:srgbClr val="333333"/>
      </a:dk1>
      <a:lt1>
        <a:srgbClr val="FFFFFF"/>
      </a:lt1>
      <a:dk2>
        <a:srgbClr val="532A43"/>
      </a:dk2>
      <a:lt2>
        <a:srgbClr val="005878"/>
      </a:lt2>
      <a:accent1>
        <a:srgbClr val="AF0E30"/>
      </a:accent1>
      <a:accent2>
        <a:srgbClr val="033079"/>
      </a:accent2>
      <a:accent3>
        <a:srgbClr val="FFFFFF"/>
      </a:accent3>
      <a:accent4>
        <a:srgbClr val="2A2A2A"/>
      </a:accent4>
      <a:accent5>
        <a:srgbClr val="D4AAAD"/>
      </a:accent5>
      <a:accent6>
        <a:srgbClr val="022A6D"/>
      </a:accent6>
      <a:hlink>
        <a:srgbClr val="AF0E30"/>
      </a:hlink>
      <a:folHlink>
        <a:srgbClr val="033079"/>
      </a:folHlink>
    </a:clrScheme>
    <a:fontScheme name="4_Title Slid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4_Title Slides 1">
        <a:dk1>
          <a:srgbClr val="333333"/>
        </a:dk1>
        <a:lt1>
          <a:srgbClr val="FFFFFF"/>
        </a:lt1>
        <a:dk2>
          <a:srgbClr val="532A43"/>
        </a:dk2>
        <a:lt2>
          <a:srgbClr val="005878"/>
        </a:lt2>
        <a:accent1>
          <a:srgbClr val="AF0E30"/>
        </a:accent1>
        <a:accent2>
          <a:srgbClr val="033079"/>
        </a:accent2>
        <a:accent3>
          <a:srgbClr val="FFFFFF"/>
        </a:accent3>
        <a:accent4>
          <a:srgbClr val="2A2A2A"/>
        </a:accent4>
        <a:accent5>
          <a:srgbClr val="D4AAAD"/>
        </a:accent5>
        <a:accent6>
          <a:srgbClr val="022A6D"/>
        </a:accent6>
        <a:hlink>
          <a:srgbClr val="AF0E30"/>
        </a:hlink>
        <a:folHlink>
          <a:srgbClr val="03307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On-screen Show (16:10)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7</vt:i4>
      </vt:variant>
    </vt:vector>
  </HeadingPairs>
  <TitlesOfParts>
    <vt:vector size="23" baseType="lpstr">
      <vt:lpstr>Malgun Gothic</vt:lpstr>
      <vt:lpstr>Malgun Gothic Semilight</vt:lpstr>
      <vt:lpstr>Arial</vt:lpstr>
      <vt:lpstr>Calibri</vt:lpstr>
      <vt:lpstr>Calibri Light</vt:lpstr>
      <vt:lpstr>Segoe UI Semilight</vt:lpstr>
      <vt:lpstr>Text and Image layouts</vt:lpstr>
      <vt:lpstr>1_Text and Image layouts</vt:lpstr>
      <vt:lpstr>20_Title Slides</vt:lpstr>
      <vt:lpstr>30_Title Slides</vt:lpstr>
      <vt:lpstr>15_Text and Image layouts</vt:lpstr>
      <vt:lpstr>16_Text and Image layouts</vt:lpstr>
      <vt:lpstr>22_Text and Image layouts</vt:lpstr>
      <vt:lpstr>3_Text and Image layouts</vt:lpstr>
      <vt:lpstr>4_Text and Image layouts</vt:lpstr>
      <vt:lpstr>4_Title Slides</vt:lpstr>
      <vt:lpstr>PowerPoint Presentation</vt:lpstr>
      <vt:lpstr>Summary Scorecard - #BrandName#</vt:lpstr>
      <vt:lpstr>Brand Attention Scorecard - #BrandName#</vt:lpstr>
      <vt:lpstr>Brand Health Scorecard - #BrandName#</vt:lpstr>
      <vt:lpstr>Demand &amp; Usage Scorecard - #BrandName#</vt:lpstr>
      <vt:lpstr>Customer Experience Scorecard - #BrandName#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2</cp:revision>
  <dcterms:modified xsi:type="dcterms:W3CDTF">2018-05-31T21:05:40Z</dcterms:modified>
</cp:coreProperties>
</file>