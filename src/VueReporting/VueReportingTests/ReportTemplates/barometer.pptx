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8483A-366D-4DE2-B453-24962EB9E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584DB-7645-4DE0-B141-BB08D6B5D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B806E-F18F-4BB6-989E-168CE713D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A034-A26F-47DB-95C0-710D4295BF41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9284C-50C9-4771-B9C9-FB74CB01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72C74-FE50-4E26-8C9A-6554FF6C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15C2C-2E57-4472-8EB1-374E9A46D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27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BAB4-10F2-4598-AB3C-605C0FAC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75C65-C823-4478-80E1-6ECE7918F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69B88-3690-44E0-A689-ADE7F5629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A034-A26F-47DB-95C0-710D4295BF41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21939-6FBB-4D1C-932B-93BD45AC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7C433-C29A-4500-A6A1-61F72276A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15C2C-2E57-4472-8EB1-374E9A46D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843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F5C52-CA9D-48B9-864F-7A073055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FD70E-4F2C-4E1D-ADF9-EEFAD5C24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1DA34-929B-4978-AEDC-E28B26244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A034-A26F-47DB-95C0-710D4295BF41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D4FED-B772-478D-B219-1D6BB08B1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B414C-9E99-4227-930E-3A128B827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15C2C-2E57-4472-8EB1-374E9A46D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469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C29E-E061-4911-ADDD-C1F78511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CAFE8-EEE2-414C-B796-CCB8857DF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9B32F-5C17-453A-AE2D-1BBCCDBE6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0AC4E-5265-42C6-9E01-4B31C62C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A034-A26F-47DB-95C0-710D4295BF41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39CC1-3816-426F-9A15-30FC48F8B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D1CEA-FA39-4D0B-93E1-BA2BAC37E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15C2C-2E57-4472-8EB1-374E9A46D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457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8C26-401E-4835-AFB8-8415C3BE8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A2F15-54B9-4549-90C1-78F34F7BD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33FD7-C832-4C0E-88BE-673F6F1DF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70D40-8CA7-44AC-B530-FDCA16CDC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E4AC76-B8FF-4DB4-8858-414D73253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87E03A-E984-4A20-8A67-4A126DDD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A034-A26F-47DB-95C0-710D4295BF41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51805-DA57-4A22-8010-E83A4F96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62BE28-E949-49E5-98BD-AEAA694F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15C2C-2E57-4472-8EB1-374E9A46D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63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B9DC-3B57-4F8D-B901-E482ABC0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3A6C0-54DE-4C3A-9197-1D3140C71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A034-A26F-47DB-95C0-710D4295BF41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6259D-8BA2-4BDA-9F05-0695663B8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E0127-6033-4905-AD1D-5A53B6F0E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15C2C-2E57-4472-8EB1-374E9A46D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5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DC3729-12B8-417C-9D20-35ADA168A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A034-A26F-47DB-95C0-710D4295BF41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F05A8C-494D-4CF5-88A9-A5977943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9A152-DCAB-4DC9-B2B9-AD8BC5D02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15C2C-2E57-4472-8EB1-374E9A46D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56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EDCD3-F978-4DD3-A871-98A9038DA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609B5-4871-43A1-BFE3-D1DD9EA9D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6C458-4743-4189-81A0-45EEFE80B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03285-C281-41E2-B2D5-4E7F27D4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A034-A26F-47DB-95C0-710D4295BF41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0931B-E986-49AA-80FC-AAAC0B68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63ACD-9318-43FD-B8F6-B0B51BE1C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15C2C-2E57-4472-8EB1-374E9A46D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79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F897-EC68-4544-8494-29556833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7B825-95EE-4663-B2CD-725C89285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49D79-DC7A-41F5-9195-3DD7DC36A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493BB-A2F6-41E8-8E0B-4814C57EA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A034-A26F-47DB-95C0-710D4295BF41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12C4A-E5B4-4DBC-97E3-91600C6F4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B450C-84F5-4E5B-BB46-FB7CF9613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15C2C-2E57-4472-8EB1-374E9A46D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77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94F6-352E-4A59-99B8-4196ADD2A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77D21-1A8E-4BE1-8178-09BBEEF30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CD7EB-997B-407E-99D6-6C0BB92C9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A034-A26F-47DB-95C0-710D4295BF41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66D34-DC36-44D9-955C-10E60438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0262C-77C0-4CC8-A72B-E927A9820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15C2C-2E57-4472-8EB1-374E9A46D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32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436B86-85AC-4031-A302-6F0F3EC0F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8877F-6211-4B84-AF4C-DE63D2F65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69438-795A-4493-B86C-B9C4039FA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A034-A26F-47DB-95C0-710D4295BF41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7DE4D-C139-4FE4-B4B8-9C58A52AA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591EB-3108-4C9F-BF3D-C2001D12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15C2C-2E57-4472-8EB1-374E9A46D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06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916B8-DCAF-4FA4-BD33-D9D110EB7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A9608-E451-4F24-B975-BFE160E4C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A6BE8-962D-4915-B467-0BB990744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5A034-A26F-47DB-95C0-710D4295BF41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13EC1-4DCD-43AC-803B-3366711A2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2E235-7B3D-4780-B57F-933A3D2E8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15C2C-2E57-4472-8EB1-374E9A46D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11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wgsn images">
            <a:extLst>
              <a:ext uri="{FF2B5EF4-FFF2-40B4-BE49-F238E27FC236}">
                <a16:creationId xmlns:a16="http://schemas.microsoft.com/office/drawing/2014/main" id="{201A6ABB-E579-42F9-A9F0-1BC7CCFF3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491" y="689021"/>
            <a:ext cx="2913017" cy="291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8401B5-98B2-4192-A873-4928A808B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Barometer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0E0DF-81C8-4FFD-9680-4DABC08D90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Monthly Report</a:t>
            </a:r>
          </a:p>
        </p:txBody>
      </p:sp>
    </p:spTree>
    <p:extLst>
      <p:ext uri="{BB962C8B-B14F-4D97-AF65-F5344CB8AC3E}">
        <p14:creationId xmlns:p14="http://schemas.microsoft.com/office/powerpoint/2010/main" val="3744866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7EBACD-FAFB-4BE2-A3CF-515E3B40B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26" y="981000"/>
            <a:ext cx="11849147" cy="475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46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Barometer Overview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Barometer Overview</dc:title>
  <dc:creator>Mark Roberts</dc:creator>
  <cp:lastModifiedBy>Mark Roberts</cp:lastModifiedBy>
  <cp:revision>4</cp:revision>
  <dcterms:modified xsi:type="dcterms:W3CDTF">2018-05-10T18:24:37Z</dcterms:modified>
</cp:coreProperties>
</file>